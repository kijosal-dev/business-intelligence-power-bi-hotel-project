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Property By Key Metrics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Filter By City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Filter By Room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RevPAR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DSRN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Occupancy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Realisation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Trends By Key Metrics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lineClusteredColumnComboChart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Filter By Room Type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e9afe706-953d-4888-a845-d8cc990e19fa?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25b556950dd249eb" /><Relationship Type="http://schemas.openxmlformats.org/officeDocument/2006/relationships/slideLayout" Target="/ppt/slideLayouts/slideLayout8.xml" Id="Rd91dd21be3d246ae" /><Relationship Type="http://schemas.openxmlformats.org/officeDocument/2006/relationships/hyperlink" Target="https://app.powerbi.com/groups/me/reports/e9afe706-953d-4888-a845-d8cc990e19fa/?pbi_source=PowerPoint" TargetMode="External" Id="RelId0" /><Relationship Type="http://schemas.openxmlformats.org/officeDocument/2006/relationships/image" Target="/ppt/media/image4.png" Id="imgId70614082"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14ef516ef00e4f34" /><Relationship Type="http://schemas.openxmlformats.org/officeDocument/2006/relationships/slideLayout" Target="/ppt/slideLayouts/slideLayout8.xml" Id="R534aa55d5dc64e7e" /><Relationship Type="http://schemas.openxmlformats.org/officeDocument/2006/relationships/hyperlink" Target="https://app.powerbi.com/groups/me/reports/e9afe706-953d-4888-a845-d8cc990e19fa/?pbi_source=PowerPoint" TargetMode="External" Id="RelId1" /><Relationship Type="http://schemas.openxmlformats.org/officeDocument/2006/relationships/image" Target="/ppt/media/image5.png" Id="imgId70614083"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Salome Kungu_CS-DA03-26054_Power_BI</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08/02/2026 20:55:18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08/02/2026 20:52:02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Property By Key Metrics ,Filter By City ,Filter By Room Type ,slicer ,slicer ,Revenue ,tableEx ,%Revenue by category ,tableEx ,tableEx ,RevPAR ,tableEx ,DSRN ,Occupancy % ,ADR ,Realisation % ,tableEx ,Trends By Key Metrics ,lineClusteredColumnComboChart ,tableEx ,tableEx ,shape ,shape ,shape ,shape ,shape ,shape ,shape ,shape ,image ,image ,shape ,textbox ,Filter By Room Typ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70614082"/>
          <a:stretch xmlns:a="http://schemas.openxmlformats.org/drawingml/2006/main">
            <a:fillRect/>
          </a:stretch>
        </p:blipFill>
        <p:spPr>
          <a:xfrm xmlns:a="http://schemas.openxmlformats.org/drawingml/2006/main">
            <a:off x="533400" y="0"/>
            <a:ext cx="11115675"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lineChart.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70614083"/>
          <a:stretch xmlns:a="http://schemas.openxmlformats.org/drawingml/2006/main">
            <a:fillRect/>
          </a:stretch>
        </p:blipFill>
        <p:spPr>
          <a:xfrm xmlns:a="http://schemas.openxmlformats.org/drawingml/2006/main">
            <a:off x="2286000" y="1476375"/>
            <a:ext cx="7620000" cy="390525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tooltip-revenue</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